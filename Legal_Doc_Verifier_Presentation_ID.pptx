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-1291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6000"/>
            <a:lum/>
          </a:blip>
          <a:srcRect/>
          <a:stretch>
            <a:fillRect t="-24000" b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813302"/>
            <a:ext cx="7772400" cy="1470025"/>
          </a:xfrm>
        </p:spPr>
        <p:txBody>
          <a:bodyPr>
            <a:normAutofit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err="1" smtClean="0"/>
              <a:t>Pemeriksa</a:t>
            </a:r>
            <a:r>
              <a:rPr lang="en-US" b="1" dirty="0" smtClean="0"/>
              <a:t> </a:t>
            </a:r>
            <a:r>
              <a:rPr lang="en-US" b="1" dirty="0" err="1" smtClean="0"/>
              <a:t>Dokumen</a:t>
            </a:r>
            <a:r>
              <a:rPr lang="en-US" b="1" dirty="0" smtClean="0"/>
              <a:t> </a:t>
            </a:r>
            <a:r>
              <a:rPr lang="en-US" b="1" dirty="0" err="1" smtClean="0"/>
              <a:t>Hukum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08529"/>
            <a:ext cx="6400800" cy="1752600"/>
          </a:xfrm>
        </p:spPr>
        <p:txBody>
          <a:bodyPr/>
          <a:lstStyle/>
          <a:p>
            <a:r>
              <a:rPr dirty="0" err="1"/>
              <a:t>Membantu</a:t>
            </a:r>
            <a:r>
              <a:rPr dirty="0"/>
              <a:t> </a:t>
            </a:r>
            <a:r>
              <a:rPr dirty="0" err="1"/>
              <a:t>Semua</a:t>
            </a:r>
            <a:r>
              <a:rPr dirty="0"/>
              <a:t> </a:t>
            </a:r>
            <a:r>
              <a:rPr dirty="0" err="1"/>
              <a:t>Orang</a:t>
            </a:r>
            <a:r>
              <a:rPr dirty="0"/>
              <a:t> </a:t>
            </a:r>
            <a:r>
              <a:rPr dirty="0" err="1"/>
              <a:t>Memahami</a:t>
            </a:r>
            <a:r>
              <a:rPr dirty="0"/>
              <a:t> </a:t>
            </a:r>
            <a:r>
              <a:rPr dirty="0" err="1"/>
              <a:t>Kontrak</a:t>
            </a:r>
            <a:r>
              <a:rPr dirty="0"/>
              <a:t> </a:t>
            </a:r>
            <a:r>
              <a:rPr dirty="0" err="1"/>
              <a:t>Sebelum</a:t>
            </a:r>
            <a:r>
              <a:rPr dirty="0"/>
              <a:t> </a:t>
            </a:r>
            <a:r>
              <a:rPr dirty="0" err="1"/>
              <a:t>Menandatangani</a:t>
            </a:r>
            <a:endParaRPr dirty="0"/>
          </a:p>
        </p:txBody>
      </p:sp>
      <p:pic>
        <p:nvPicPr>
          <p:cNvPr id="4" name="Picture 2" descr="C:\Users\Patrick\Desktop\SYDECO 2025\LOGOS &amp; PICTURES 2024\Sydeco logo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1614" y="588936"/>
            <a:ext cx="1243841" cy="1224366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5129939" y="6061129"/>
            <a:ext cx="3549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dirty="0" smtClean="0"/>
              <a:t>Produk PT SYDECO © 2025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Masalah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Kontrak rumit dan penuh istilah hukum</a:t>
            </a:r>
          </a:p>
          <a:p>
            <a:r>
              <a:t>• Banyak orang tidak tahu apakah kontrak:</a:t>
            </a:r>
          </a:p>
          <a:p>
            <a:r>
              <a:t>   - Sudah lengkap</a:t>
            </a:r>
          </a:p>
          <a:p>
            <a:r>
              <a:t>   - Adil</a:t>
            </a:r>
          </a:p>
          <a:p>
            <a:r>
              <a:t>   - Mengandung klausul berbahaya</a:t>
            </a:r>
          </a:p>
          <a:p>
            <a:r>
              <a:t>• UMKM dan individu paling rentan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Aplikasi Legal Doc Verifier:</a:t>
            </a:r>
          </a:p>
          <a:p>
            <a:r>
              <a:t>• Menganalisis kontrak secara otomatis</a:t>
            </a:r>
          </a:p>
          <a:p>
            <a:r>
              <a:t>• Menandai klausul berbahaya atau yang hilang</a:t>
            </a:r>
          </a:p>
          <a:p>
            <a:r>
              <a:t>• Mendeteksi hukum yang berlaku</a:t>
            </a:r>
          </a:p>
          <a:p>
            <a:r>
              <a:t>• Menjelaskan kewajiban hukum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Kemampuan Aplikasi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• Deteksi hukum yang berlaku (meskipun tidak disebutkan)</a:t>
            </a:r>
          </a:p>
          <a:p>
            <a:r>
              <a:t>• Klasifikasi jenis kontrak</a:t>
            </a:r>
          </a:p>
          <a:p>
            <a:r>
              <a:t>• Identifikasi jenis kewajiban:</a:t>
            </a:r>
          </a:p>
          <a:p>
            <a:r>
              <a:t>   - Kewajiban untuk melakukan (faire)</a:t>
            </a:r>
          </a:p>
          <a:p>
            <a:r>
              <a:t>   - Kewajiban untuk memberi (donner)</a:t>
            </a:r>
          </a:p>
          <a:p>
            <a:r>
              <a:t>   - Kewajiban untuk tidak melakukan (ne pas faire)</a:t>
            </a:r>
          </a:p>
          <a:p>
            <a:r>
              <a:t>• Saran klausul yang lebih adil</a:t>
            </a:r>
          </a:p>
          <a:p>
            <a:r>
              <a:t>• Pelacakan posisi klausul dalam kontrak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Multibahasa &amp; Multi-Hukum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Mendukung hukum: Belgia, Prancis, Belanda, Indonesia, Luksemburg</a:t>
            </a:r>
          </a:p>
          <a:p>
            <a:r>
              <a:t>• Antarmuka tersedia dalam: Indonesia, Inggris, Prancis, Belanda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Nyata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Kontrak kerja Belgia ditandai karena:</a:t>
            </a:r>
          </a:p>
          <a:p>
            <a:r>
              <a:t>• Tidak ada klausul masa percobaan</a:t>
            </a:r>
          </a:p>
          <a:p>
            <a:r>
              <a:t>• Ketidakseimbangan hak PHK</a:t>
            </a:r>
          </a:p>
          <a:p>
            <a:r>
              <a:t>Penjelasan diberikan dalam bahasa yang sederhana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Arsitektur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Mesin berbasis Python</a:t>
            </a:r>
          </a:p>
          <a:p>
            <a:r>
              <a:t>• Eksekusi lokal dan aman (tanpa cloud)</a:t>
            </a:r>
          </a:p>
          <a:p>
            <a:r>
              <a:t>• Versi CLI dan GUI</a:t>
            </a:r>
          </a:p>
          <a:p>
            <a:r>
              <a:t>• Integrasi SaaS dengan Sydeco ML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Untuk Siapa?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Individu</a:t>
            </a:r>
          </a:p>
          <a:p>
            <a:r>
              <a:t>• Perusahaan (HR, Hukum, Pembelian)</a:t>
            </a:r>
          </a:p>
          <a:p>
            <a:r>
              <a:t>• Sekolah dan universitas</a:t>
            </a:r>
          </a:p>
          <a:p>
            <a:r>
              <a:t>• Notaris dan staf hukum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Manfaat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Hemat waktu dan biaya hukum</a:t>
            </a:r>
          </a:p>
          <a:p>
            <a:r>
              <a:t>• Menghindari tanda tangan kontrak yang merugikan</a:t>
            </a:r>
          </a:p>
          <a:p>
            <a:r>
              <a:t>• Meningkatkan pemahaman hukum</a:t>
            </a:r>
          </a:p>
          <a:p>
            <a:r>
              <a:t>• Mendorong transparansi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Kontak &amp; Lisensi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Dikembangkan oleh PT SYDECO</a:t>
            </a:r>
          </a:p>
          <a:p>
            <a:r>
              <a:t>Tersedia dalam bentuk:</a:t>
            </a:r>
          </a:p>
          <a:p>
            <a:r>
              <a:t>• Aplikasi desktop (IDR atau EUR)</a:t>
            </a:r>
          </a:p>
          <a:p>
            <a:r>
              <a:t>• Integrasi SaaS (berdasarkan permintaan)</a:t>
            </a:r>
          </a:p>
          <a:p>
            <a:r>
              <a:t>Hubungi kami untuk adaptasi hukum negara Anda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288</Words>
  <Application>Microsoft Office PowerPoint</Application>
  <PresentationFormat>On-screen Show (4:3)</PresentationFormat>
  <Paragraphs>54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 Pemeriksa Dokumen Hukum</vt:lpstr>
      <vt:lpstr>Masalah</vt:lpstr>
      <vt:lpstr>Solusi</vt:lpstr>
      <vt:lpstr>Kemampuan Aplikasi</vt:lpstr>
      <vt:lpstr>Multibahasa &amp; Multi-Hukum</vt:lpstr>
      <vt:lpstr>Contoh Nyata</vt:lpstr>
      <vt:lpstr>Arsitektur</vt:lpstr>
      <vt:lpstr>Untuk Siapa?</vt:lpstr>
      <vt:lpstr>Manfaat</vt:lpstr>
      <vt:lpstr>Kontak &amp; Lisensi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Asisten Penyusun Kontrak  &amp;  Pemeriksa Dokumen Hukum</dc:title>
  <dc:subject/>
  <dc:creator/>
  <cp:keywords/>
  <dc:description>generated using python-pptx</dc:description>
  <cp:lastModifiedBy>Patrick</cp:lastModifiedBy>
  <cp:revision>7</cp:revision>
  <dcterms:created xsi:type="dcterms:W3CDTF">2013-01-27T09:14:16Z</dcterms:created>
  <dcterms:modified xsi:type="dcterms:W3CDTF">2025-05-03T00:25:19Z</dcterms:modified>
  <cp:category/>
</cp:coreProperties>
</file>
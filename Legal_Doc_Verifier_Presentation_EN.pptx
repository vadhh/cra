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-1291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"/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13302"/>
            <a:ext cx="7772400" cy="1740653"/>
          </a:xfrm>
        </p:spPr>
        <p:txBody>
          <a:bodyPr>
            <a:normAutofit/>
          </a:bodyPr>
          <a:lstStyle/>
          <a:p>
            <a:r>
              <a:rPr b="1" dirty="0"/>
              <a:t>Legal Doc </a:t>
            </a:r>
            <a:r>
              <a:rPr b="1" dirty="0" smtClean="0"/>
              <a:t>Verifier</a:t>
            </a:r>
            <a:r>
              <a:rPr lang="en-US" b="1" dirty="0" smtClean="0"/>
              <a:t/>
            </a:r>
            <a:br>
              <a:rPr lang="en-US" b="1" dirty="0" smtClean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29559"/>
            <a:ext cx="6400800" cy="1752600"/>
          </a:xfrm>
        </p:spPr>
        <p:txBody>
          <a:bodyPr/>
          <a:lstStyle/>
          <a:p>
            <a:r>
              <a:rPr dirty="0"/>
              <a:t>Empowering Everyone to Understand Contracts Before </a:t>
            </a:r>
            <a:r>
              <a:rPr dirty="0" smtClean="0"/>
              <a:t>Signing</a:t>
            </a:r>
            <a:endParaRPr dirty="0"/>
          </a:p>
        </p:txBody>
      </p:sp>
      <p:pic>
        <p:nvPicPr>
          <p:cNvPr id="1026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572000" y="6075336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product of PT SYDECO © 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Contracts </a:t>
            </a:r>
            <a:r>
              <a:rPr dirty="0"/>
              <a:t>are complex and full of legal jargon</a:t>
            </a:r>
          </a:p>
          <a:p>
            <a:r>
              <a:rPr dirty="0" smtClean="0"/>
              <a:t>Many </a:t>
            </a:r>
            <a:r>
              <a:rPr dirty="0"/>
              <a:t>people don’t know if a contract: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Is complete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dirty="0" smtClean="0"/>
              <a:t>  </a:t>
            </a:r>
            <a:r>
              <a:rPr dirty="0"/>
              <a:t>- Is fair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Contains abusive clauses</a:t>
            </a:r>
          </a:p>
          <a:p>
            <a:r>
              <a:rPr dirty="0" smtClean="0"/>
              <a:t>Small </a:t>
            </a:r>
            <a:r>
              <a:rPr dirty="0"/>
              <a:t>businesses and individuals are most at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Legal Doc Verifier Desktop App</a:t>
            </a:r>
            <a:r>
              <a:rPr dirty="0"/>
              <a:t>: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dirty="0" smtClean="0"/>
              <a:t>Automatically </a:t>
            </a:r>
            <a:r>
              <a:rPr dirty="0"/>
              <a:t>analyzes contracts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dirty="0" smtClean="0"/>
              <a:t>Flags </a:t>
            </a:r>
            <a:r>
              <a:rPr dirty="0"/>
              <a:t>abusive or missing clauses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dirty="0" smtClean="0"/>
              <a:t>Detects </a:t>
            </a:r>
            <a:r>
              <a:rPr dirty="0"/>
              <a:t>applicable law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dirty="0" smtClean="0"/>
              <a:t>Explains </a:t>
            </a:r>
            <a:r>
              <a:rPr dirty="0"/>
              <a:t>legal obligations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Detect </a:t>
            </a:r>
            <a:r>
              <a:rPr dirty="0"/>
              <a:t>governing law (even if not stated)</a:t>
            </a:r>
          </a:p>
          <a:p>
            <a:r>
              <a:rPr dirty="0" smtClean="0"/>
              <a:t>Classify </a:t>
            </a:r>
            <a:r>
              <a:rPr dirty="0"/>
              <a:t>contract type</a:t>
            </a:r>
          </a:p>
          <a:p>
            <a:r>
              <a:rPr dirty="0" smtClean="0"/>
              <a:t>Determine </a:t>
            </a:r>
            <a:r>
              <a:rPr dirty="0"/>
              <a:t>legal obligation type:</a:t>
            </a:r>
          </a:p>
          <a:p>
            <a:pPr lvl="1">
              <a:buNone/>
            </a:pPr>
            <a:r>
              <a:rPr dirty="0"/>
              <a:t>   - Obligation </a:t>
            </a:r>
            <a:r>
              <a:rPr lang="en-US" dirty="0" smtClean="0"/>
              <a:t>to do</a:t>
            </a:r>
            <a:endParaRPr dirty="0"/>
          </a:p>
          <a:p>
            <a:pPr lvl="1">
              <a:buNone/>
            </a:pPr>
            <a:r>
              <a:rPr dirty="0"/>
              <a:t>   - Obligation </a:t>
            </a:r>
            <a:r>
              <a:rPr lang="en-US" dirty="0" smtClean="0"/>
              <a:t>to give</a:t>
            </a:r>
            <a:endParaRPr dirty="0"/>
          </a:p>
          <a:p>
            <a:pPr lvl="1">
              <a:buNone/>
            </a:pPr>
            <a:r>
              <a:rPr dirty="0"/>
              <a:t>   - Obligation </a:t>
            </a:r>
            <a:r>
              <a:rPr lang="en-US" dirty="0" smtClean="0"/>
              <a:t>not to do</a:t>
            </a:r>
            <a:endParaRPr dirty="0"/>
          </a:p>
          <a:p>
            <a:r>
              <a:rPr dirty="0" smtClean="0"/>
              <a:t>Suggest </a:t>
            </a:r>
            <a:r>
              <a:rPr dirty="0"/>
              <a:t>fairer clauses</a:t>
            </a:r>
          </a:p>
          <a:p>
            <a:r>
              <a:rPr dirty="0" smtClean="0"/>
              <a:t>Show </a:t>
            </a:r>
            <a:r>
              <a:rPr dirty="0"/>
              <a:t>clause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Multilingual &amp; Multi-Jurisdictional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7769"/>
            <a:ext cx="8229600" cy="4525963"/>
          </a:xfrm>
        </p:spPr>
        <p:txBody>
          <a:bodyPr/>
          <a:lstStyle/>
          <a:p>
            <a:r>
              <a:rPr dirty="0" smtClean="0"/>
              <a:t>Belgian</a:t>
            </a:r>
            <a:r>
              <a:rPr dirty="0"/>
              <a:t>, French, Dutch, Indonesian, Luxembourg law</a:t>
            </a:r>
          </a:p>
          <a:p>
            <a:r>
              <a:rPr dirty="0" smtClean="0"/>
              <a:t>Available </a:t>
            </a:r>
            <a:r>
              <a:rPr dirty="0"/>
              <a:t>in English, French, Indonesian, Dutch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Belgian employment contract was flagged for: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dirty="0" smtClean="0"/>
              <a:t>Missing </a:t>
            </a:r>
            <a:r>
              <a:rPr dirty="0"/>
              <a:t>probation clause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dirty="0" smtClean="0"/>
              <a:t>Imbalance </a:t>
            </a:r>
            <a:r>
              <a:rPr dirty="0"/>
              <a:t>in termination </a:t>
            </a:r>
            <a:r>
              <a:rPr dirty="0" smtClean="0"/>
              <a:t>notice</a:t>
            </a:r>
            <a:endParaRPr lang="en-US" dirty="0" smtClean="0"/>
          </a:p>
          <a:p>
            <a:pPr>
              <a:buNone/>
            </a:pPr>
            <a:endParaRPr dirty="0"/>
          </a:p>
          <a:p>
            <a:r>
              <a:rPr dirty="0"/>
              <a:t>Explanation provided in plain English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Python-based </a:t>
            </a:r>
            <a:r>
              <a:rPr dirty="0"/>
              <a:t>engine</a:t>
            </a:r>
          </a:p>
          <a:p>
            <a:r>
              <a:rPr dirty="0" smtClean="0"/>
              <a:t>Secure</a:t>
            </a:r>
            <a:r>
              <a:rPr dirty="0"/>
              <a:t>, local execution (no cloud)</a:t>
            </a:r>
          </a:p>
          <a:p>
            <a:r>
              <a:rPr dirty="0" smtClean="0"/>
              <a:t>CLI </a:t>
            </a:r>
            <a:r>
              <a:rPr dirty="0"/>
              <a:t>and GUI versions</a:t>
            </a:r>
          </a:p>
          <a:p>
            <a:r>
              <a:rPr dirty="0" err="1" smtClean="0"/>
              <a:t>SaaS</a:t>
            </a:r>
            <a:r>
              <a:rPr dirty="0" smtClean="0"/>
              <a:t> </a:t>
            </a:r>
            <a:r>
              <a:rPr dirty="0"/>
              <a:t>integration with Sydeco ML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Who Is It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Individuals</a:t>
            </a:r>
            <a:endParaRPr dirty="0"/>
          </a:p>
          <a:p>
            <a:r>
              <a:rPr dirty="0" smtClean="0"/>
              <a:t>Companies </a:t>
            </a:r>
            <a:r>
              <a:rPr dirty="0"/>
              <a:t>(HR, Legal, Procurement)</a:t>
            </a:r>
          </a:p>
          <a:p>
            <a:r>
              <a:rPr dirty="0" smtClean="0"/>
              <a:t>Schools </a:t>
            </a:r>
            <a:r>
              <a:rPr dirty="0"/>
              <a:t>and Universities</a:t>
            </a:r>
          </a:p>
          <a:p>
            <a:r>
              <a:rPr dirty="0" smtClean="0"/>
              <a:t>Notaries</a:t>
            </a:r>
            <a:r>
              <a:rPr dirty="0"/>
              <a:t>, Paralegals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Saves </a:t>
            </a:r>
            <a:r>
              <a:rPr dirty="0"/>
              <a:t>time and legal fees</a:t>
            </a:r>
          </a:p>
          <a:p>
            <a:r>
              <a:rPr dirty="0" smtClean="0"/>
              <a:t>Avoids </a:t>
            </a:r>
            <a:r>
              <a:rPr dirty="0"/>
              <a:t>signing unfair contracts</a:t>
            </a:r>
          </a:p>
          <a:p>
            <a:r>
              <a:rPr dirty="0" smtClean="0"/>
              <a:t>Improves </a:t>
            </a:r>
            <a:r>
              <a:rPr dirty="0"/>
              <a:t>legal understanding</a:t>
            </a:r>
          </a:p>
          <a:p>
            <a:r>
              <a:rPr dirty="0" smtClean="0"/>
              <a:t>Encourages </a:t>
            </a:r>
            <a:r>
              <a:rPr dirty="0"/>
              <a:t>transparency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Licensing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 PT SYDECO</a:t>
            </a:r>
          </a:p>
          <a:p>
            <a:r>
              <a:t>Available as:</a:t>
            </a:r>
          </a:p>
          <a:p>
            <a:r>
              <a:t>• Desktop App (IDR or EUR)</a:t>
            </a:r>
          </a:p>
          <a:p>
            <a:r>
              <a:t>• SaaS Integration (on request)</a:t>
            </a:r>
          </a:p>
          <a:p>
            <a:r>
              <a:t>Contact us to customize for your country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205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Legal Doc Verifier </vt:lpstr>
      <vt:lpstr>The Problem</vt:lpstr>
      <vt:lpstr>The Solution</vt:lpstr>
      <vt:lpstr>What It Can Do</vt:lpstr>
      <vt:lpstr>Multilingual &amp; Multi-Jurisdictional</vt:lpstr>
      <vt:lpstr>Real Example</vt:lpstr>
      <vt:lpstr>Architecture</vt:lpstr>
      <vt:lpstr>Who Is It For</vt:lpstr>
      <vt:lpstr>Benefits</vt:lpstr>
      <vt:lpstr>Contact &amp; Licensing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Doc Verifier &amp; Contract Drafting Assistant </dc:title>
  <dc:subject/>
  <dc:creator/>
  <cp:keywords/>
  <dc:description>generated using python-pptx</dc:description>
  <cp:lastModifiedBy>Patrick</cp:lastModifiedBy>
  <cp:revision>17</cp:revision>
  <dcterms:created xsi:type="dcterms:W3CDTF">2013-01-27T09:14:16Z</dcterms:created>
  <dcterms:modified xsi:type="dcterms:W3CDTF">2025-05-03T00:23:20Z</dcterms:modified>
  <cp:category/>
</cp:coreProperties>
</file>